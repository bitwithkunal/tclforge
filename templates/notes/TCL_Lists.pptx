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30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E0000"/>
                </a:solidFill>
              </a:defRPr>
            </a:pPr>
            <a:r>
              <a:t>TCL LISTS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Lists, Iteration, Sorting &amp; EDA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WHAT IS A LIST IN TCL?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 list is a single string containing space-separated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Every command argument in TCL is essentially a list element.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Lists can store any data type — numbers, strings, or other 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Used extensively in EDA scripts for collections (nets, cells, pins,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Access elements via index or iterate using foreach.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my_list [list clk data rst en]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Creates a list with 4 elements: clk, data, rst, 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rst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[list] ensures elements are properly quoted even if they contain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#2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llength $my_list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number of elements in the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Useful for iterating through list elements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#3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lindex $my_list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Fetches element at index 2 (0-based indexing).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lindex returns one element. Use end keyword for last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#4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lrange $my_list 1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sublist from index 1 to 3 inclusive.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data rst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Useful to extract specific sections of a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#5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lsearch $my_list 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Searches list and returns index of 'rst'.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Returns -1 if not found. Use -regexp or -exact for advanced searches.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#6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lappend my_list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Appends new element 'test' to end of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rst en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List variable updated in-place. Equivalent to concatenation.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#7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linsert $my_list 2 new_clk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Inserts element 'new_clk' at index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new_clk rst en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Original list remains unchanged unless reassigned.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#8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lreplace $my_list 1 2 new_data new_rst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Replaces elements at index 1 and 2 with new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new_data new_rst en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You can replace, insert, or delete using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#9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sorted [lsort $my_list]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Sorts list elements in ascending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en rst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 -decreasing, -integer, or -dictionary for special sorting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#10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foreach signal $my_list { puts $signal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Iterates over each element of list and prints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</a:t>
            </a:r>
          </a:p>
          <a:p>
            <a:r>
              <a:t>data</a:t>
            </a:r>
          </a:p>
          <a:p>
            <a:r>
              <a:t>rst</a:t>
            </a:r>
          </a:p>
          <a:p>
            <a:r>
              <a:t>en</a:t>
            </a:r>
          </a:p>
          <a:p>
            <a: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foreach is preferred for looping over lists.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#11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unique [lsort -unique {a b a c b d}]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Removes duplicate elements using -unique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a b c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Commonly used for deduplicating instance names or nets.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#12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join $my_list ",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Joins all elements into a single string separated by commas.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clk, data, rst, en,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Useful for printing clean output or writing CSV-like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#13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split "clk,data,rst,en" ","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Splits a string into a list based on separator.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rst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Join and split are inverse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#14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concat {clk data} {rst en}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Concatenates multiple lists into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 data rst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Flatten nested lists — differs from list append.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#15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nested [list [list alu_core] [list dff_mux]]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Creates nested (2D) 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{alu_core} {dff_mux}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Each sub-list is an element — useful for multi-level hierarchy.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#16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lindex $nested 0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Access nested list element (like 2D array access).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alu_core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You can chain indices for nested lists.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#17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lreverse $my_list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Reverses order of elements in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test en rst data clk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Introduced in newer TCL versions for convenience.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#18 of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9608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rPr sz="1600" dirty="0"/>
              <a:t>$ set </a:t>
            </a:r>
            <a:r>
              <a:rPr sz="1600" dirty="0" err="1"/>
              <a:t>big_list</a:t>
            </a:r>
            <a:r>
              <a:rPr sz="1600" dirty="0"/>
              <a:t> [split [read [open "</a:t>
            </a:r>
            <a:r>
              <a:rPr sz="1600" dirty="0" err="1"/>
              <a:t>report_timing.rpt</a:t>
            </a:r>
            <a:r>
              <a:rPr sz="1600" dirty="0"/>
              <a:t>" r]] "\n"]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Reads report file and splits into list of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{Startpoint ... Endpoint ... Slack ...}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Typical pattern for parsing report_timing files line by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828</Words>
  <Application>Microsoft Office PowerPoint</Application>
  <PresentationFormat>On-screen Show (4:3)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Shalini Sharma</cp:lastModifiedBy>
  <cp:revision>2</cp:revision>
  <dcterms:created xsi:type="dcterms:W3CDTF">2013-01-27T09:14:16Z</dcterms:created>
  <dcterms:modified xsi:type="dcterms:W3CDTF">2025-12-01T09:21:17Z</dcterms:modified>
  <cp:category/>
</cp:coreProperties>
</file>