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30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E0000"/>
                </a:solidFill>
              </a:defRPr>
            </a:pPr>
            <a:r>
              <a:t>TCL ARRAYS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Associative Arrays, Key-Value Storage &amp; Practical EDA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WHAT IS AN ARRAY IN TCL?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An array in TCL is an associative data structure storing key-value pairs.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Each key is unique and maps to exactly one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Commonly used to represent structured data like net properties, pin info, or clock definitions.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Array keys and values can be strings, numbers, or lists.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Equivalent to Python dictionaries or JSON objects.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9104" y="1124486"/>
            <a:ext cx="82076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rPr sz="1600" dirty="0"/>
              <a:t>$ array set </a:t>
            </a:r>
            <a:r>
              <a:rPr sz="1600" dirty="0" err="1"/>
              <a:t>clk_info</a:t>
            </a:r>
            <a:r>
              <a:rPr sz="1600" dirty="0"/>
              <a:t> {name CLK_MAIN period 5.0 source </a:t>
            </a:r>
            <a:r>
              <a:rPr sz="1600" dirty="0" err="1"/>
              <a:t>pll</a:t>
            </a:r>
            <a:r>
              <a:rPr sz="1600" dirty="0"/>
              <a:t>/CLKOUT}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Creates an associative array (key-value pairs) named clk_info.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name=CLK_MAIN  period=5.0  source=pll/CLKOUT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Arrays store data as key-value pairs; useful for structured info like clocks or cell properties.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parray clk_info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Prints all elements of array with their key-value 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86969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sz="1400" dirty="0" err="1">
                <a:solidFill>
                  <a:srgbClr val="00B050"/>
                </a:solidFill>
              </a:rPr>
              <a:t>clk_info</a:t>
            </a:r>
            <a:r>
              <a:rPr sz="1400" dirty="0">
                <a:solidFill>
                  <a:srgbClr val="00B050"/>
                </a:solidFill>
              </a:rPr>
              <a:t>(name) = CLK_MAIN</a:t>
            </a:r>
          </a:p>
          <a:p>
            <a:r>
              <a:rPr sz="1400" dirty="0" err="1">
                <a:solidFill>
                  <a:srgbClr val="00B050"/>
                </a:solidFill>
              </a:rPr>
              <a:t>clk_info</a:t>
            </a:r>
            <a:r>
              <a:rPr sz="1400" dirty="0">
                <a:solidFill>
                  <a:srgbClr val="00B050"/>
                </a:solidFill>
              </a:rPr>
              <a:t>(period) = 5.0</a:t>
            </a:r>
          </a:p>
          <a:p>
            <a:r>
              <a:rPr sz="1400" dirty="0" err="1">
                <a:solidFill>
                  <a:srgbClr val="00B050"/>
                </a:solidFill>
              </a:rPr>
              <a:t>clk_info</a:t>
            </a:r>
            <a:r>
              <a:rPr sz="1400" dirty="0">
                <a:solidFill>
                  <a:srgbClr val="00B050"/>
                </a:solidFill>
              </a:rPr>
              <a:t>(source) = </a:t>
            </a:r>
            <a:r>
              <a:rPr sz="1400" dirty="0" err="1">
                <a:solidFill>
                  <a:srgbClr val="00B050"/>
                </a:solidFill>
              </a:rPr>
              <a:t>pll</a:t>
            </a:r>
            <a:r>
              <a:rPr sz="1400" dirty="0">
                <a:solidFill>
                  <a:srgbClr val="00B050"/>
                </a:solidFill>
              </a:rPr>
              <a:t>/CLKOUT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Commonly used for debugging or inspecting array contents.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puts $clk_info(name)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Access value of specific key 'name' from array clk_info.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CLK_MAIN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You can access any key using $arrayName(key).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#4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keys [array names clk_info]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Returns a list of all keys stored in the 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name period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Useful for iterating through all array elements dynamically.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foreach key [array names clk_info] { puts "$key = $clk_info($key)"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Iterates over each key-value pair in the 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name = CLK_MAIN</a:t>
            </a:r>
          </a:p>
          <a:p>
            <a:r>
              <a:t>period = 5.0</a:t>
            </a:r>
          </a:p>
          <a:p>
            <a:r>
              <a:t>source = pll/CLKOUT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foreach is the standard way to traverse arrays in TCL.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#6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array exists clk_info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Checks whether array clk_info exists in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Returns 1 if exists, else 0. Prevents invalid access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#7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array size clk_info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Returns total number of key-value pairs in the 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Gives a quick count of elements stored.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#8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array unset clk_info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Removes specific key 'period' from the 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Removes clk_info(period)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Can also remove entire array with 'array unset clk_info'.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#9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array set clk_info {new_field divider div2/Q}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Adds new key-value pairs to the existing 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new_field=divider, divider=div2/Q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array set merges new data into the existing array.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#10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array get clk_info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Returns entire array as a flat list (key value key value...).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name CLK_MAIN source pll/CLKOUT divider div2/Q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You can convert this list back into another array using array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#11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clk_copy [array get clk_info]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Stores all key-value pairs into a list for backup.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name CLK_MAIN source pll/CLKOUT divider div2/Q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Useful for copying or serializing array contents.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array set clk_new $clk_copy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Recreates a new array clk_new from list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clk_new(name)=CLK_MAIN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List-Array conversion is a core Tcl feature.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catch { puts $clk_info(period) } errMsg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Safely tries to access key; captures error if key doesn’t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Error: can't read "clk_info(period)": no such element in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Use 'catch' for robust error handling in Tcl array lookups.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#14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array statistics clk_info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Returns info like number of entries and memory used (if supported).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3 entries, 120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Not supported in all interpreters, but useful in large scripts.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0000"/>
                </a:solidFill>
              </a:defRPr>
            </a:pPr>
            <a:r>
              <a:t>Command #15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unset clk_info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Completely deletes the array from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282828"/>
          </a:solidFill>
          <a:ln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Removes all array 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CONCEPT: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Memory cleanup step — always good practice when done.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E0000"/>
                </a:solidFill>
              </a:defRPr>
            </a:pPr>
            <a:r>
              <a:rPr dirty="0"/>
              <a:t>TCL ARRAYS – QUICK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Use 'array set' to define associative arrays.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Access values using $array(key).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array names, array get, array size – core utilities.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foreach key [array names arr] – iterate over all entries.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Use 'catch' for safe key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92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Convert arrays to lists for saving or duplication.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132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Arrays are ideal for structured data in EDA 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803</Words>
  <Application>Microsoft Office PowerPoint</Application>
  <PresentationFormat>On-screen Show (4:3)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Shalini Sharma</cp:lastModifiedBy>
  <cp:revision>2</cp:revision>
  <dcterms:created xsi:type="dcterms:W3CDTF">2013-01-27T09:14:16Z</dcterms:created>
  <dcterms:modified xsi:type="dcterms:W3CDTF">2025-12-01T09:26:37Z</dcterms:modified>
  <cp:category/>
</cp:coreProperties>
</file>